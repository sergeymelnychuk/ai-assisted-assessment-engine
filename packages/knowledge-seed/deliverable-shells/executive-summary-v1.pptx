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21440" y="0"/>
            <a:ext cx="640080" cy="685800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{{project_name}}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{{project_industry}}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1097280" cy="36576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035040" y="4251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5989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" y="6263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findings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Headline findings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issues uncovered across the active assessment domains.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10972800" cy="420624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20240"/>
            <a:ext cx="109728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findings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2606040"/>
            <a:ext cx="10424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{{section_headline_findings}}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risks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that could derail delivery if left unmanaged.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10972800" cy="4206240"/>
          </a:xfrm>
          <a:prstGeom prst="rect">
            <a:avLst/>
          </a:prstGeom>
          <a:solidFill>
            <a:srgbClr val="FEF7E7"/>
          </a:solidFill>
          <a:ln w="12700">
            <a:solidFill>
              <a:srgbClr val="FBE6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20240"/>
            <a:ext cx="109728" cy="42062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risks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2606040"/>
            <a:ext cx="10424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{{section_top_risks}}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invest first to address the findings and risks.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1920240"/>
            <a:ext cx="10972800" cy="4206240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920240"/>
            <a:ext cx="109728" cy="42062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103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recommendations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2606040"/>
            <a:ext cx="10424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{{section_executive_recommendations}}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and 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Effort and cost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71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{{scenario_name}}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40080" y="2468880"/>
            <a:ext cx="269748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468880"/>
            <a:ext cx="269748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hours (low)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2461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{{effort_hours_low}}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3456432" y="2468880"/>
            <a:ext cx="269748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56432" y="2468880"/>
            <a:ext cx="2697480" cy="914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39312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hours (high)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39312" y="32461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{{effort_hours_high}}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272784" y="2468880"/>
            <a:ext cx="269748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468880"/>
            <a:ext cx="2697480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55664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(low)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55664" y="32461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{{cost_low}}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089136" y="2468880"/>
            <a:ext cx="2697480" cy="182880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89136" y="2468880"/>
            <a:ext cx="2697480" cy="914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72016" y="26974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(high)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272016" y="32461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{{cost_high}}</a:t>
            </a:r>
            <a:endParaRPr lang="en-US" sz="2600" dirty="0"/>
          </a:p>
        </p:txBody>
      </p:sp>
      <p:sp>
        <p:nvSpPr>
          <p:cNvPr id="26" name="Shape 24"/>
          <p:cNvSpPr/>
          <p:nvPr/>
        </p:nvSpPr>
        <p:spPr>
          <a:xfrm>
            <a:off x="640080" y="4526280"/>
            <a:ext cx="548640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4709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22960" y="5120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{{confidence}}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6309360" y="4526280"/>
            <a:ext cx="5303520" cy="1463040"/>
          </a:xfrm>
          <a:prstGeom prst="rect">
            <a:avLst/>
          </a:prstGeom>
          <a:solidFill>
            <a:srgbClr val="F8FA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4709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Currency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92240" y="5120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{{currency}}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446520"/>
            <a:ext cx="11064240" cy="0"/>
          </a:xfrm>
          <a:prstGeom prst="line">
            <a:avLst/>
          </a:prstGeom>
          <a:noFill/>
          <a:ln w="12700">
            <a:solidFill>
              <a:srgbClr val="CADCF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context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86800" y="64922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Engagement context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40080" y="1078992"/>
            <a:ext cx="731520" cy="54864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detail for the sponsor — who, what, when.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2402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309360" y="1920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09360" y="22402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{{engagement_name}}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{{project_name}}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09360" y="31089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09360" y="34290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{{project_industry}}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46177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{{scenario_name}}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30936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09360" y="46177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{{confidence}}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486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Move from insight to action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3657600" cy="2377440"/>
          </a:xfrm>
          <a:prstGeom prst="rect">
            <a:avLst/>
          </a:prstGeom>
          <a:solidFill>
            <a:srgbClr val="2A3A75"/>
          </a:solidFill>
          <a:ln w="12700">
            <a:solidFill>
              <a:srgbClr val="2A3A7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2834640"/>
            <a:ext cx="91440" cy="23774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0632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C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600200" y="3108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findings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00200" y="3611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headline findings with delivery leads and confirm scope.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2834640"/>
            <a:ext cx="3657600" cy="2377440"/>
          </a:xfrm>
          <a:prstGeom prst="rect">
            <a:avLst/>
          </a:prstGeom>
          <a:solidFill>
            <a:srgbClr val="2A3A75"/>
          </a:solidFill>
          <a:ln w="12700">
            <a:solidFill>
              <a:srgbClr val="2A3A7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2834640"/>
            <a:ext cx="91440" cy="23774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30632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C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440680" y="3108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the scenario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40680" y="3611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chosen estimate scenario and the assumptions behind the cost range.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2834640"/>
            <a:ext cx="3657600" cy="2377440"/>
          </a:xfrm>
          <a:prstGeom prst="rect">
            <a:avLst/>
          </a:prstGeom>
          <a:solidFill>
            <a:srgbClr val="2A3A75"/>
          </a:solidFill>
          <a:ln w="12700">
            <a:solidFill>
              <a:srgbClr val="2A3A7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2834640"/>
            <a:ext cx="91440" cy="2377440"/>
          </a:xfrm>
          <a:prstGeom prst="rect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306324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C1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81160" y="31089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delivery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81160" y="3611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kickoff, staffing, and the cadence for tracking the priority recommendations.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22960" y="5989320"/>
            <a:ext cx="10515600" cy="0"/>
          </a:xfrm>
          <a:prstGeom prst="line">
            <a:avLst/>
          </a:prstGeom>
          <a:noFill/>
          <a:ln w="9525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{{client_name}}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309360" y="6126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{{generated_date}}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Executive Summary</dc:title>
  <dc:subject>PptxGenJS Presentation</dc:subject>
  <dc:creator>Assessment Co-Pilot</dc:creator>
  <cp:lastModifiedBy>Assessment Co-Pilot</cp:lastModifiedBy>
  <cp:revision>1</cp:revision>
  <dcterms:created xsi:type="dcterms:W3CDTF">2026-05-10T08:54:13Z</dcterms:created>
  <dcterms:modified xsi:type="dcterms:W3CDTF">2026-05-10T08:54:13Z</dcterms:modified>
</cp:coreProperties>
</file>