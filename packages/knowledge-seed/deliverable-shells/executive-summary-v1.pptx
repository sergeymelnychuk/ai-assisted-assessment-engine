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21440" y="0"/>
            <a:ext cx="640080" cy="6858000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463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{{project_name}}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{{project_industry}}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703320"/>
            <a:ext cx="1097280" cy="36576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35040" y="4251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{{engagement_name}}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" y="5989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" y="6263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findings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0" y="6492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Headline findings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1078992"/>
            <a:ext cx="731520" cy="54864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issues uncovered across the active assessment domains.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1920240"/>
            <a:ext cx="10972800" cy="420624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920240"/>
            <a:ext cx="109728" cy="4206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1031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findings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2606040"/>
            <a:ext cx="10424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{{findings_bullet_list}}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risks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0" y="6492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risks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1078992"/>
            <a:ext cx="731520" cy="54864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that could derail delivery if left unmanaged.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1920240"/>
            <a:ext cx="10972800" cy="4206240"/>
          </a:xfrm>
          <a:prstGeom prst="rect">
            <a:avLst/>
          </a:prstGeom>
          <a:solidFill>
            <a:srgbClr val="FEF7E7"/>
          </a:solidFill>
          <a:ln w="12700">
            <a:solidFill>
              <a:srgbClr val="FBE6B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920240"/>
            <a:ext cx="109728" cy="4206240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1031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risks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2606040"/>
            <a:ext cx="10424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{{risks_bullet_list}}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0" y="6492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1078992"/>
            <a:ext cx="731520" cy="54864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invest first to address the findings and risks.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1920240"/>
            <a:ext cx="10972800" cy="4206240"/>
          </a:xfrm>
          <a:prstGeom prst="rect">
            <a:avLst/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920240"/>
            <a:ext cx="109728" cy="42062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1031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recommendations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2606040"/>
            <a:ext cx="10424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{{recommendations_bullet_list}}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and 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0" y="6492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Effort and cost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1078992"/>
            <a:ext cx="731520" cy="54864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691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{{scenario_name}}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269748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468880"/>
            <a:ext cx="269748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697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hours (low)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32461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{{effort_hours_low}}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3456432" y="2468880"/>
            <a:ext cx="269748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56432" y="2468880"/>
            <a:ext cx="269748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39312" y="2697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hours (high)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39312" y="32461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{{effort_hours_high}}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272784" y="2468880"/>
            <a:ext cx="269748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468880"/>
            <a:ext cx="2697480" cy="91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55664" y="2697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(low)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55664" y="32461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{{cost_low}}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089136" y="2468880"/>
            <a:ext cx="269748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89136" y="2468880"/>
            <a:ext cx="2697480" cy="91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72016" y="2697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(high)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272016" y="32461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{{cost_high}}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640080" y="4526280"/>
            <a:ext cx="5486400" cy="146304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709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2960" y="51206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{{confidence}}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6309360" y="4526280"/>
            <a:ext cx="5303520" cy="146304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47091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92240" y="51206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{{currency}}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context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0" y="6492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Engagement context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1078992"/>
            <a:ext cx="731520" cy="54864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detail for the sponsor — who, what, when.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2402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309360" y="19202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09360" y="22402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{{engagement_name}}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108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{{project_name}}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09360" y="3108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09360" y="34290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{{project_industry}}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" y="42976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461772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{{scenario_name}}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09360" y="42976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09360" y="461772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{{confidence}}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097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Move from insight to action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3657600" cy="2377440"/>
          </a:xfrm>
          <a:prstGeom prst="rect">
            <a:avLst/>
          </a:prstGeom>
          <a:solidFill>
            <a:srgbClr val="2A3A75"/>
          </a:solidFill>
          <a:ln w="12700">
            <a:solidFill>
              <a:srgbClr val="2A3A7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834640"/>
            <a:ext cx="91440" cy="2377440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0632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C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600200" y="3108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findings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36118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the headline findings with delivery leads and confirm scope.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80560" y="2834640"/>
            <a:ext cx="3657600" cy="2377440"/>
          </a:xfrm>
          <a:prstGeom prst="rect">
            <a:avLst/>
          </a:prstGeom>
          <a:solidFill>
            <a:srgbClr val="2A3A75"/>
          </a:solidFill>
          <a:ln w="12700">
            <a:solidFill>
              <a:srgbClr val="2A3A7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80560" y="2834640"/>
            <a:ext cx="91440" cy="2377440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30632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C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5440680" y="3108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the scenario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40680" y="36118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chosen estimate scenario and the assumptions behind the cost range.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321040" y="2834640"/>
            <a:ext cx="3657600" cy="2377440"/>
          </a:xfrm>
          <a:prstGeom prst="rect">
            <a:avLst/>
          </a:prstGeom>
          <a:solidFill>
            <a:srgbClr val="2A3A75"/>
          </a:solidFill>
          <a:ln w="12700">
            <a:solidFill>
              <a:srgbClr val="2A3A7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2834640"/>
            <a:ext cx="91440" cy="2377440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30632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C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81160" y="3108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delivery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281160" y="36118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kickoff, staffing, and the cadence for tracking the priority recommendations.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2960" y="5989320"/>
            <a:ext cx="1051560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09360" y="6126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Executive Summary</dc:title>
  <dc:subject>PptxGenJS Presentation</dc:subject>
  <dc:creator>Assessment Co-Pilot</dc:creator>
  <cp:lastModifiedBy>Assessment Co-Pilot</cp:lastModifiedBy>
  <cp:revision>1</cp:revision>
  <dcterms:created xsi:type="dcterms:W3CDTF">2026-05-10T08:54:13Z</dcterms:created>
  <dcterms:modified xsi:type="dcterms:W3CDTF">2026-05-10T08:54:13Z</dcterms:modified>
</cp:coreProperties>
</file>