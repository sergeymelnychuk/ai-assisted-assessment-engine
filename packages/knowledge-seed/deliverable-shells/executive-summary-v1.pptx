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0"/>
            <a:ext cx="640080" cy="685800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{{project_name}}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{{project_industry}}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1097280" cy="3657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{{client_name}}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{{engagement_name}}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{{generated_date}}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92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{{generated_date}}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findings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78992"/>
            <a:ext cx="731520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issues uncovered across the active assessment domains.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" y="1920240"/>
            <a:ext cx="109728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103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606040"/>
            <a:ext cx="10424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{{section_headline_findings}}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92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{{generated_date}}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risks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78992"/>
            <a:ext cx="731520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that could derail delivery if left unmanaged.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solidFill>
            <a:srgbClr val="FEF7E7"/>
          </a:solidFill>
          <a:ln w="12700">
            <a:solidFill>
              <a:srgbClr val="FBE6B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" y="1920240"/>
            <a:ext cx="109728" cy="420624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103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606040"/>
            <a:ext cx="10424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{{section_top_risks}}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92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{{generated_date}}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78992"/>
            <a:ext cx="731520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invest first to address the findings and risks.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" y="1920240"/>
            <a:ext cx="109728" cy="4206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103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recommendations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606040"/>
            <a:ext cx="10424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{{section_executive_recommendations}}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and cost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92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{{generated_date}}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 and cost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78992"/>
            <a:ext cx="731520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{{scenario_name}}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269748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468880"/>
            <a:ext cx="26974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hours (low)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{{effort_hours_low}}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456432" y="2468880"/>
            <a:ext cx="269748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456432" y="2468880"/>
            <a:ext cx="26974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39312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hours (high)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39312" y="3246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{{effort_hours_high}}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272784" y="2468880"/>
            <a:ext cx="269748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72784" y="2468880"/>
            <a:ext cx="269748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55664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(low)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55664" y="3246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{{cost_low}}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089136" y="2468880"/>
            <a:ext cx="269748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89136" y="2468880"/>
            <a:ext cx="269748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272016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(high)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72016" y="3246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{{cost_high}}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54864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2960" y="4709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120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{{confidence}}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6309360" y="4526280"/>
            <a:ext cx="530352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9224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5120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{{currency}}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context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92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{{generated_date}}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context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78992"/>
            <a:ext cx="731520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detail for the sponsor — who, what, when.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{{client_name}}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0936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2240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{{engagement_name}}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{{project_name}}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3429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{{project_industry}}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6177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{{scenario_name}}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4297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46177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{{confidence}}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from insight to action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657600" cy="2377440"/>
          </a:xfrm>
          <a:prstGeom prst="rect">
            <a:avLst/>
          </a:prstGeom>
          <a:solidFill>
            <a:srgbClr val="2A3A75"/>
          </a:solidFill>
          <a:ln w="12700">
            <a:solidFill>
              <a:srgbClr val="2A3A7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834640"/>
            <a:ext cx="91440" cy="237744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063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0020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findings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36118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headline findings with delivery leads and confirm scope.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834640"/>
            <a:ext cx="3657600" cy="2377440"/>
          </a:xfrm>
          <a:prstGeom prst="rect">
            <a:avLst/>
          </a:prstGeom>
          <a:solidFill>
            <a:srgbClr val="2A3A75"/>
          </a:solidFill>
          <a:ln w="12700">
            <a:solidFill>
              <a:srgbClr val="2A3A7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80560" y="2834640"/>
            <a:ext cx="91440" cy="237744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54880" y="3063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4068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scenario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36118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chosen estimate scenario and the assumptions behind the cost range.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2834640"/>
            <a:ext cx="3657600" cy="2377440"/>
          </a:xfrm>
          <a:prstGeom prst="rect">
            <a:avLst/>
          </a:prstGeom>
          <a:solidFill>
            <a:srgbClr val="2A3A75"/>
          </a:solidFill>
          <a:ln w="12700">
            <a:solidFill>
              <a:srgbClr val="2A3A7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321040" y="2834640"/>
            <a:ext cx="91440" cy="237744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95360" y="3063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28116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delivery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81160" y="36118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kickoff, staffing, and the cadence for tracking the priority recommendations.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{{client_name}}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6126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{{generated_date}}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Assessment Co-Pilot</dc:creator>
  <cp:lastModifiedBy>Assessment Co-Pilot</cp:lastModifiedBy>
  <cp:revision>1</cp:revision>
  <dcterms:created xsi:type="dcterms:W3CDTF">2026-05-10T08:54:13Z</dcterms:created>
  <dcterms:modified xsi:type="dcterms:W3CDTF">2026-05-10T08:54:13Z</dcterms:modified>
</cp:coreProperties>
</file>