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{{project_name}}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{{client_name}}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{{engagement_name}}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4480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{{project_industry}}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4846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{{scenario_name}}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6126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RATIONALE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three phases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{{engagement_name}}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{{client_name}}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splits the program into deliverable-sized waves so risk, learning, and value compound.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three slides describe each phase in plain language. Phase scope is filled by hand — the engine produces engagement-level rollups, not per-phase splits.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1691640"/>
            <a:ext cx="4206240" cy="42976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1691640"/>
            <a:ext cx="9144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TOTALS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(hours)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{{effort_hours_low}}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418320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7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78408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{{effort_hours_high}}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3520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{{cost_low}}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18320" y="3520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67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78408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{{cost_high}}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4348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{{totals_assumptions}}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5448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rationale  ·  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FOUNDATION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868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{{project_name}}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429768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summary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365760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ESTIMATE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(hours)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{{effort_hours_low}}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692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2124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{{effort_hours_high}}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532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{{cost_low}}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4692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2124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{{cost_high}}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5212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engagement-level rollup. Phase split is consultant-authored.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868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{{project_name}}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429768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summary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365760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ESTIMATE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(hours)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{{effort_hours_low}}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692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2124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{{effort_hours_high}}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532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{{cost_low}}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4692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2124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{{cost_high}}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5212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engagement-level rollup. Phase split is consultant-authored.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8686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{{project_name}}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7315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4297680"/>
          </a:xfrm>
          <a:prstGeom prst="rect">
            <a:avLst/>
          </a:prstGeom>
          <a:solidFill>
            <a:srgbClr val="F9C84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summary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91640"/>
            <a:ext cx="365760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ESTIMATE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(hours)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{{effort_hours_low}}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692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2124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{{effort_hours_high}}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532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{{cost_low}}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46920" y="3520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2124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{{cost_high}}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75320" y="5212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engagement-level rollup. Phase split is consultant-authored.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OWNERS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 and owners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23774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91440" cy="2377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MILESTONES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{{recommendations_bullets}}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926080"/>
                <a:gridCol w="2468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&amp; assumptions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55448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{{generated_date}}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7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owners  ·  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v1</dc:title>
  <dc:subject>PptxGenJS Presentation</dc:subject>
  <dc:creator>Assessment Co-Pilot</dc:creator>
  <cp:lastModifiedBy>Assessment Co-Pilot</cp:lastModifiedBy>
  <cp:revision>1</cp:revision>
  <dcterms:created xsi:type="dcterms:W3CDTF">2026-05-10T08:56:11Z</dcterms:created>
  <dcterms:modified xsi:type="dcterms:W3CDTF">2026-05-10T08:56:11Z</dcterms:modified>
</cp:coreProperties>
</file>