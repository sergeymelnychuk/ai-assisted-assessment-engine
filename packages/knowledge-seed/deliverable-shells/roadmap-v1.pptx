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Engagement: 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41148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44805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{{project_industry}}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846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4846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{{scenario_name}}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6126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RATIONALE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three phases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Engagement: 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20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Client: 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2011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splits the program into deliverable-sized waves so risk, learning, and value compound.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three slides describe each phase in plain language. Phase scope is filled by hand — the engine produces engagement-level rollups, not per-phase splits.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498080" y="1691640"/>
            <a:ext cx="4206240" cy="429768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498080" y="1691640"/>
            <a:ext cx="91440" cy="42976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77240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TOTALS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2331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418320" y="26060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7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78408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772400" y="3246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0" y="3520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418320" y="3520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67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78408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772400" y="4160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44348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{{totals_assumptions}}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rationale  ·  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FOUNDATION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1: 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0" y="914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868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7315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691640"/>
            <a:ext cx="73152" cy="4297680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summary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6858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{{section_phase_1_scope}}</a:t>
            </a:r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657600" cy="42976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ESTIMATE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75320" y="2606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46920" y="26060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212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75320" y="3520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46920" y="3520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921240" y="3520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5212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engagement-level rollup. Phase split is consultant-authored.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BUILD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0" y="914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868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7315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691640"/>
            <a:ext cx="73152" cy="4297680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summary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6858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{{section_phase_2_scope}}</a:t>
            </a:r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657600" cy="42976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ESTIMATE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75320" y="2606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46920" y="26060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212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75320" y="3520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46920" y="3520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921240" y="3520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5212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engagement-level rollup. Phase split is consultant-authored.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3: 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0" y="914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8686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73152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691640"/>
            <a:ext cx="73152" cy="4297680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summary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6858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4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{{section_phase_3_scope}}</a:t>
            </a:r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657600" cy="42976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75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ESTIMATE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(hours)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75320" y="2606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46920" y="26060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212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75320" y="3520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46920" y="35204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921240" y="3520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5212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engagement-level rollup. Phase split is consultant-authored.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6400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&amp; OWNERS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5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Milestones and owners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237744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554480"/>
            <a:ext cx="91440" cy="2377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691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MILESTONES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{{section_milestones_owners}}</a:t>
            </a:r>
          </a:p>
        </p:txBody>
      </p:sp>
      <p:sp>
        <p:nvSpPr>
          <p:cNvPr id="9" name="Text 7"/>
          <p:cNvSpPr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112471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2926080"/>
                <a:gridCol w="24688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1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2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3 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5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&amp; assumptions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57200" y="6446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554480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5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&amp; owners  ·  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Roadmap v1</dc:title>
  <dc:subject>PptxGenJS Presentation</dc:subject>
  <dc:creator>Assessment Co-Pilot</dc:creator>
  <cp:lastModifiedBy>Assessment Co-Pilot</cp:lastModifiedBy>
  <cp:revision>1</cp:revision>
  <dcterms:created xsi:type="dcterms:W3CDTF">2026-05-10T08:56:11Z</dcterms:created>
  <dcterms:modified xsi:type="dcterms:W3CDTF">2026-05-10T08:56:11Z</dcterms:modified>
</cp:coreProperties>
</file>