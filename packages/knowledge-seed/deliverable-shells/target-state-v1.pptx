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{{project_name}}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{{project_industry}}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{{engagement_name}}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{{generated_date}}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{{project_description}}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{{project_business_goals}}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timeline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2918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{{project_expected_timeline}}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Forces Driving the Move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{{findings_bullet_list}}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{{risks_bullet_list}}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Target State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{{totals_scenario_name}}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architecture below reflects the recommended end state for the program. It addresses the forces on the prior slide and aligns to the business goals captured during discovery.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shaping the target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2057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7863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{{recommendations_bullet_list}}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5156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527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Platform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2527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4884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500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14884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14884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3500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Excellence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14884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14884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3500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44728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24612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24612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44728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Foundations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24612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246120"/>
            <a:ext cx="25603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44728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Delivery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in scope: {{project_industry}} — adapted for {{project_name}}.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safety nets, observability, and rollback paths before any rearchitecture.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05156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097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workloads in deliberate slices; prove each slice in production before moving the next.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097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cost, latency and developer experience once the new platform is load-bearing.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that gate progress on the target state. Surface owners early and re-test assumptions every phase.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93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readiness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60934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cloud + identity primitives must be production-grade before workload migrations begin.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13432"/>
            <a:ext cx="73152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682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integrations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36829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Source-of-truth ownership and integration contracts settled with downstream consumers.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72384"/>
            <a:ext cx="73152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272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1272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attestations refreshed; security review lined up ahead of each migration wave.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31336"/>
            <a:ext cx="73152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+ delivery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886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teams allocated and on-boarded; SRE coverage matched to migration cadence.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of Transition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moving-during-the-move risks — distinct from the steady-state risks captured in the engagement risk register.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108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Carry-over risks from the engagement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8638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{{risks_bullet_list}}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344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1887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executive sponsor and decision rights for the target state.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6596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scenario ({{totals_scenario_name}}) and circulate the recommended path with leadership.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43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migration crew and tooling required for phase 01 (Stabilise).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checkpoint after the first migration wave to validate the approach.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051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executive lead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18488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18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184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{{engagement_name}} delivery lead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85416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85416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854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1854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architect (TBD)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52344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52344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52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SRE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7523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lead (TBD)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19272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19272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19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3192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 (TBD)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8620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886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PMO (TBD)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generated on {{generated_date}}. Update owners before circulating outside the engagement team.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92040"/>
            <a:ext cx="3657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0" y="489204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{{engagement_client_name}} — {{engagement_name}}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State</dc:title>
  <dc:subject>PptxGenJS Presentation</dc:subject>
  <dc:creator>Assessment Co-Pilot</dc:creator>
  <cp:lastModifiedBy>Assessment Co-Pilot</cp:lastModifiedBy>
  <cp:revision>1</cp:revision>
  <dcterms:created xsi:type="dcterms:W3CDTF">2026-05-10T08:55:08Z</dcterms:created>
  <dcterms:modified xsi:type="dcterms:W3CDTF">2026-05-10T08:55:08Z</dcterms:modified>
</cp:coreProperties>
</file>