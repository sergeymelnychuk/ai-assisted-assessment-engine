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{{project_name}}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{{project_industry}}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Engagement: {{engagement_name}}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{{generated_date}}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Summary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{{project_description}}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36576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0" y="14630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{{project_business_goals}}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2926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timeline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32918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{{project_expected_timeline}}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Forces Driving the Move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05840"/>
            <a:ext cx="73152" cy="36576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46304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{{section_target_state_findings_drivers}}</a:t>
            </a:r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005840"/>
            <a:ext cx="73152" cy="36576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46304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{{section_target_state_risks_drivers}}</a:t>
            </a:r>
          </a:p>
        </p:txBody>
      </p:sp>
      <p:sp>
        <p:nvSpPr>
          <p:cNvPr id="13" name="Shape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Target State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{{totals_scenario_name}}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{{section_target_state_narrative}}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shaping the target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8229600" cy="20574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697480"/>
            <a:ext cx="786384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{{section_target_state_recommendations}}</a:t>
            </a:r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Map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5272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Experience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05156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5156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25272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Platform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5156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05156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25272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14884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14884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5000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Trust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91840" y="214884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214884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235000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Excellence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214884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214884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172200" y="235000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SRE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24612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44728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APIs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91840" y="324612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324612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3337560" y="344728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Foundations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0" y="324612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324612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344728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&amp; Delivery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 in scope: {{project_industry}} — adapted for {{project_name}}.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Approach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972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097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69164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in safety nets, observability, and rollback paths before any rearchitecture.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05156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0972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114800" y="1097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169164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workloads in deliberate slices; prove each slice in production before moving the next.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05156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0972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95160" y="1097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169164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cost, latency and developer experience once the new platform is load-bearing.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that gate progress on the target state. Surface owners early and re-test assumptions every phase.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73152" cy="6858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0934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readiness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0" y="1609344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cloud + identity primitives must be production-grade before workload migrations begin.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13432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13432"/>
            <a:ext cx="73152" cy="6858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36829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integrations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08960" y="2368296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Source-of-truth ownership and integration contracts settled with downstream consumers.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72384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072384"/>
            <a:ext cx="73152" cy="6858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1272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risk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108960" y="3127248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attestations refreshed; security review lined up ahead of each migration wave.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31336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831336"/>
            <a:ext cx="73152" cy="6858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+ delivery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108960" y="38862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teams allocated and on-boarded; SRE coverage matched to migration cadence.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of Transition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moving-during-the-move risks — distinct from the steady-state risks captured in the engagement risk register.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8229600" cy="31089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Carry-over risks from the engagement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786384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{{section_target_state_transition_risks}}</a:t>
            </a:r>
          </a:p>
        </p:txBody>
      </p:sp>
      <p:sp>
        <p:nvSpPr>
          <p:cNvPr id="9" name="Shape 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05840"/>
            <a:ext cx="73152" cy="36576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2344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18872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executive sponsor and decision rights for the target state.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01168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6596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scenario ({{totals_scenario_name}}) and circulate the recommended path with leadership.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27889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274320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migration crew and tooling required for phase 01 (Stabilise).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35661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52044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checkpoint after the first migration wave to validate the approach.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51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sponsor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0515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executive lead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18488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61848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lead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161848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 delivery lead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85416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185416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85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18541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Target-state architect (TBD)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752344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752344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7523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SRE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83280" y="275234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lead (TBD)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319272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319272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3192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0" y="331927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 (TBD)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88620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PMO (TBD)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generated on {{generated_date}}. Update owners before circulating outside the engagement team.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Target State</dc:title>
  <dc:subject>PptxGenJS Presentation</dc:subject>
  <dc:creator>Assessment Co-Pilot</dc:creator>
  <cp:lastModifiedBy>Assessment Co-Pilot</cp:lastModifiedBy>
  <cp:revision>1</cp:revision>
  <dcterms:created xsi:type="dcterms:W3CDTF">2026-05-10T08:55:08Z</dcterms:created>
  <dcterms:modified xsi:type="dcterms:W3CDTF">2026-05-10T08:55:08Z</dcterms:modified>
</cp:coreProperties>
</file>